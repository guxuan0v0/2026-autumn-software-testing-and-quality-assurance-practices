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e2af8869c34967" /><Relationship Type="http://schemas.openxmlformats.org/officeDocument/2006/relationships/extended-properties" Target="/docProps/app.xml" Id="R7149b89b4e4f4171" /><Relationship Type="http://schemas.openxmlformats.org/officeDocument/2006/relationships/officeDocument" Target="/ppt/presentation.xml" Id="R2d3870a253894b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21f5cb4ec4b1e"/>
  </p:sldMasterIdLst>
  <p:notesMasterIdLst>
    <p:notesMasterId xmlns:r="http://schemas.openxmlformats.org/officeDocument/2006/relationships" r:id="R78dfd223cd9d4164"/>
  </p:notesMasterIdLst>
  <p:sldIdLst>
    <p:sldId xmlns:r="http://schemas.openxmlformats.org/officeDocument/2006/relationships" id="256" r:id="R3900c038bfed4907"/>
    <p:sldId xmlns:r="http://schemas.openxmlformats.org/officeDocument/2006/relationships" id="257" r:id="Rdd198818c56247a3"/>
    <p:sldId xmlns:r="http://schemas.openxmlformats.org/officeDocument/2006/relationships" id="258" r:id="R208f282ce16b464a"/>
    <p:sldId xmlns:r="http://schemas.openxmlformats.org/officeDocument/2006/relationships" id="259" r:id="Ra0f3fc3f82044c38"/>
    <p:sldId xmlns:r="http://schemas.openxmlformats.org/officeDocument/2006/relationships" id="260" r:id="R1941d9e73bed46fc"/>
    <p:sldId xmlns:r="http://schemas.openxmlformats.org/officeDocument/2006/relationships" id="261" r:id="R89def9da60fa4221"/>
    <p:sldId xmlns:r="http://schemas.openxmlformats.org/officeDocument/2006/relationships" id="262" r:id="R372d33b784f543f9"/>
    <p:sldId xmlns:r="http://schemas.openxmlformats.org/officeDocument/2006/relationships" id="263" r:id="R3046a82e69364d96"/>
    <p:sldId xmlns:r="http://schemas.openxmlformats.org/officeDocument/2006/relationships" id="264" r:id="R57faa6a01d7b4468"/>
    <p:sldId xmlns:r="http://schemas.openxmlformats.org/officeDocument/2006/relationships" id="265" r:id="R99f3fba17cd34fc7"/>
    <p:sldId xmlns:r="http://schemas.openxmlformats.org/officeDocument/2006/relationships" id="266" r:id="Rcd2aaae934ea41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05aa81012948ba" /><Relationship Type="http://schemas.openxmlformats.org/officeDocument/2006/relationships/slideMaster" Target="/ppt/slideMasters/slideMaster1.xml" Id="R8df21f5cb4ec4b1e" /><Relationship Type="http://schemas.openxmlformats.org/officeDocument/2006/relationships/notesMaster" Target="/ppt/notesMasters/notesMaster1.xml" Id="R78dfd223cd9d4164" /><Relationship Type="http://schemas.openxmlformats.org/officeDocument/2006/relationships/presProps" Target="/ppt/presProps.xml" Id="R5d39e2030fe147ad" /><Relationship Type="http://schemas.openxmlformats.org/officeDocument/2006/relationships/tableStyles" Target="/ppt/tableStyles.xml" Id="Raa8dd8ae20a04555" /><Relationship Type="http://schemas.openxmlformats.org/officeDocument/2006/relationships/slide" Target="/ppt/slides/slide1.xml" Id="R3900c038bfed4907" /><Relationship Type="http://schemas.openxmlformats.org/officeDocument/2006/relationships/slide" Target="/ppt/slides/slide2.xml" Id="Rdd198818c56247a3" /><Relationship Type="http://schemas.openxmlformats.org/officeDocument/2006/relationships/slide" Target="/ppt/slides/slide3.xml" Id="R208f282ce16b464a" /><Relationship Type="http://schemas.openxmlformats.org/officeDocument/2006/relationships/slide" Target="/ppt/slides/slide4.xml" Id="Ra0f3fc3f82044c38" /><Relationship Type="http://schemas.openxmlformats.org/officeDocument/2006/relationships/slide" Target="/ppt/slides/slide5.xml" Id="R1941d9e73bed46fc" /><Relationship Type="http://schemas.openxmlformats.org/officeDocument/2006/relationships/slide" Target="/ppt/slides/slide6.xml" Id="R89def9da60fa4221" /><Relationship Type="http://schemas.openxmlformats.org/officeDocument/2006/relationships/slide" Target="/ppt/slides/slide7.xml" Id="R372d33b784f543f9" /><Relationship Type="http://schemas.openxmlformats.org/officeDocument/2006/relationships/slide" Target="/ppt/slides/slide8.xml" Id="R3046a82e69364d96" /><Relationship Type="http://schemas.openxmlformats.org/officeDocument/2006/relationships/slide" Target="/ppt/slides/slide9.xml" Id="R57faa6a01d7b4468" /><Relationship Type="http://schemas.openxmlformats.org/officeDocument/2006/relationships/slide" Target="/ppt/slides/slide10.xml" Id="R99f3fba17cd34fc7" /><Relationship Type="http://schemas.openxmlformats.org/officeDocument/2006/relationships/slide" Target="/ppt/slides/slide11.xml" Id="Rcd2aaae934ea41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de4ab032be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a46c2b56914e8f" /><Relationship Type="http://schemas.openxmlformats.org/officeDocument/2006/relationships/notesMaster" Target="/ppt/notesMasters/notesMaster1.xml" Id="R6187c41fdda54e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02c4d95bc54cb5" /><Relationship Type="http://schemas.openxmlformats.org/officeDocument/2006/relationships/notesMaster" Target="/ppt/notesMasters/notesMaster1.xml" Id="R8f931dc58da94b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2543e73c0f438b" /><Relationship Type="http://schemas.openxmlformats.org/officeDocument/2006/relationships/notesMaster" Target="/ppt/notesMasters/notesMaster1.xml" Id="Rbb3e9d5638e844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6ecc6cf59a464a" /><Relationship Type="http://schemas.openxmlformats.org/officeDocument/2006/relationships/notesMaster" Target="/ppt/notesMasters/notesMaster1.xml" Id="R1712bd642e8647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e6057cc0be42a4" /><Relationship Type="http://schemas.openxmlformats.org/officeDocument/2006/relationships/notesMaster" Target="/ppt/notesMasters/notesMaster1.xml" Id="Rad4850bb8898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9f87615904244" /><Relationship Type="http://schemas.openxmlformats.org/officeDocument/2006/relationships/notesMaster" Target="/ppt/notesMasters/notesMaster1.xml" Id="R26fefcb875be4c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e5e01d6e0e48af" /><Relationship Type="http://schemas.openxmlformats.org/officeDocument/2006/relationships/notesMaster" Target="/ppt/notesMasters/notesMaster1.xml" Id="R0fb3194177a049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e2f1be0bf8464b" /><Relationship Type="http://schemas.openxmlformats.org/officeDocument/2006/relationships/notesMaster" Target="/ppt/notesMasters/notesMaster1.xml" Id="Rb15698e222f64e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6786853cd94701" /><Relationship Type="http://schemas.openxmlformats.org/officeDocument/2006/relationships/notesMaster" Target="/ppt/notesMasters/notesMaster1.xml" Id="R2bd3e4a24472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0b03116f684f33" /><Relationship Type="http://schemas.openxmlformats.org/officeDocument/2006/relationships/notesMaster" Target="/ppt/notesMasters/notesMaster1.xml" Id="R79d2fec4e9e64e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bdc01f67e049e3" /><Relationship Type="http://schemas.openxmlformats.org/officeDocument/2006/relationships/notesMaster" Target="/ppt/notesMasters/notesMaster1.xml" Id="R6437abe5795f45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秒。今天汇报模块二 AI 测实践：对象是 Cascading Spy Sheets 项目的 Firefox 浏览器缓解扩展。重点讲 AI 如何辅助设计测试、源级检查结果、两类缺陷和待完成的 Firefox 复核。来源：实践作业要求v2026.pdf 第 2 页；模块二AI测试报告.docx。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秒。原项目研究利用条件 CSS 产生的资源请求差异识别浏览器环境。缓解扩展希望提前加载 CSS 提到的所有外部资源，使不同条件下的请求集合更接近。本次只测 mitigation/browser/extension，邮件模块不在范围内。来源：模块二AI测试报告.docx 第 1 节；项目源码 README。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秒。页面内的 style 标签与 style 属性由 content.js 扫描，外链 CSS 响应由 background.js 读取。找到地址后，扩展让页面发起预取。测试页由 index.html、external.css 和 one.jpg 至 five.jpg 构成。这里的“预取”就是即使 CSS 条件尚未命中，也提前发出资源请求。来源：模块二AI测试报告.docx 第 1 节；模块二自动化测试脚本 README。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秒。我们选择方案二 AI 测。AI 根据源码提出测试点、边界输入、脚本草案和缺陷线索；人工核对源码和 README，删掉不适用的邮件模块和 Chromium 场景，把预期改为 Firefox 中可观察的请求与日志。AI 的输出不能直接作为缺陷结论。来源：模块二AI测试报告.docx 第 1–3 节；实践作业要求v2026.pdf 第 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秒。用例编号 M2-01 至 M2-16。四组各 4 条：安装权限与启停对比、CSS 函数 URL 解析、外链样式表和网络响应、内联样式与异常输入。方法包括等价类、边界值、场景法、对比测试和异常推测。来源：模块二AI测试用例清单_16条.xlsx；模块二AI测试报告.docx 第 1–2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秒。Python 标准库脚本读取当前扩展源码与测试页，按 16 条检查逐项比较实际行为模型和预期，双击批处理可以一键执行，生成 JSON 与 TXT 结果。它适合稳定复现源码层面的差异；扩展是否成功安装、网络请求时序、页面效果必须在 Firefox 检查。来源：module2_ai_test_runner.py；模块二自动化测试脚本/README.md。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秒。2026 年 9 月 13 日保存的结果显示 16 条源级检查中 10 条 OK、6 条 NG，OK 比例 62.5%。六条 NG 分别是 M2-04、06、11、12、15、16，归并为两类根因。这不是 Firefox 集成测试通过率。来源：results/module2_results.json、module2_results.txt；模块二AI测试报告.docx 第 4–5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秒。以 M2-11 为例，样式表在 /css/external.css，写入 url("img/a.png") 时，CSS 语义要求以样式表地址为基准，目标应是 /css/img/a.png；当前源级模型得到 /img/a.png。相同根因还涉及多行 image-set 漏抓、跨响应分块漏抓、空值和重复值误处理，因此归并为 BUG-M2-01。Firefox 仍需复核。来源：results/module2_results.json；模块二浏览器缺陷报告.docx BUG-M2-01。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秒。场景是标签页 A 发起外链 CSS 请求，响应尚未处理完时用户切到 B。background.js 重新查询当前活动标签页，随后把 fetch 消息发给 B；设计上应该使用请求事件中的 details.tabId 发回 A。源代码路径能复现这个路由风险，浏览器里还要结合 Network 和扩展日志确认实际表现。来源：results/module2_results.json M2-04；模块二浏览器缺陷报告.docx BUG-M2-02。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秒。AI 快速罗列 url、image、image-set 的多种写法，提示相对 URL、响应分块和异步消息三个风险点。但初稿误把 Firefox 扩展当成 Chrome 扩展，还推荐了项目没有的测试框架。人工通过 README、Manifest V2 和 browser API 校正。最终预期和缺陷状态必须由人决定，Firefox 证据仍是必要环节。来源：模块二AI测试报告.docx 第 2–3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秒。现有材料支持的结论是：16 条源级检查中有 6 条差异，聚合为 CSS 地址解析和多标签页消息路由两类高风险问题。最终提交前应在 Firefox 中完成扩展开关对比，复现六条 NG，留存 Network 截图、扩展日志、Firefox 版本和 Git 提交号，再修复并回归。另需核对课程要求中的组员人数与报告中的四人写法。来源：模块二AI测试报告.docx 第 4–6 节；模块二浏览器缺陷报告.docx 第 5 节；实践作业要求v2026.pdf 第 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958325ed7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5611bf5cd4d9a" /><Relationship Type="http://schemas.openxmlformats.org/officeDocument/2006/relationships/slideLayout" Target="/ppt/slideLayouts/slideLayout1.xml" Id="Rce94cb5765574f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94cb5765574f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6d621041f4821" /><Relationship Type="http://schemas.openxmlformats.org/officeDocument/2006/relationships/notesSlide" Target="/ppt/notesSlides/notesSlide1.xml" Id="Re41edd7ceca045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7b35074cd488e" /><Relationship Type="http://schemas.openxmlformats.org/officeDocument/2006/relationships/notesSlide" Target="/ppt/notesSlides/notesSlide2.xml" Id="Ra3b3680bb0d74b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096a57aa84be7" /><Relationship Type="http://schemas.openxmlformats.org/officeDocument/2006/relationships/notesSlide" Target="/ppt/notesSlides/notesSlide3.xml" Id="Rb30120f11286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a35fcdd41484d" /><Relationship Type="http://schemas.openxmlformats.org/officeDocument/2006/relationships/notesSlide" Target="/ppt/notesSlides/notesSlide4.xml" Id="R3f4de62e439c46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b1dc7063427c" /><Relationship Type="http://schemas.openxmlformats.org/officeDocument/2006/relationships/notesSlide" Target="/ppt/notesSlides/notesSlide5.xml" Id="Re76fd03020dc41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ed128bedd4ad4" /><Relationship Type="http://schemas.openxmlformats.org/officeDocument/2006/relationships/notesSlide" Target="/ppt/notesSlides/notesSlide6.xml" Id="R152a90b623fe4e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9e3ac87d8460a" /><Relationship Type="http://schemas.openxmlformats.org/officeDocument/2006/relationships/notesSlide" Target="/ppt/notesSlides/notesSlide7.xml" Id="R0f501da13e87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47f7b9c334ca7" /><Relationship Type="http://schemas.openxmlformats.org/officeDocument/2006/relationships/notesSlide" Target="/ppt/notesSlides/notesSlide8.xml" Id="R44151cefbac64b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bd9d471734e7b" /><Relationship Type="http://schemas.openxmlformats.org/officeDocument/2006/relationships/notesSlide" Target="/ppt/notesSlides/notesSlide9.xml" Id="R38610cd408e843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4bb0584d4607" /><Relationship Type="http://schemas.openxmlformats.org/officeDocument/2006/relationships/notesSlide" Target="/ppt/notesSlides/notesSlide10.xml" Id="Refcb6ef968814b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fba24b8f242d1" /><Relationship Type="http://schemas.openxmlformats.org/officeDocument/2006/relationships/notesSlide" Target="/ppt/notesSlides/notesSlide11.xml" Id="R2588962c633f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31B6D-9B93-4515-959D-4916BAC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模块二｜用 AI 测试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浏览器缓解扩展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D8BD9-C758-4A1E-A672-1B17595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D8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8D8DC"/>
                </a:solidFill>
                <a:latin typeface="Microsoft YaHei"/>
                <a:ea typeface="Microsoft YaHei"/>
                <a:cs typeface="Microsoft YaHei"/>
              </a:rPr>
              <a:t>Cascading Spy Sheets · 方案 2「AI 测」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504D1-0E2E-4E69-B024-4EAFFAAB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华中科技大学软件学院   王宇钦 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557147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9AAD-A79E-4052-AD81-3C73F5F6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被测对象：浏览器缓解扩展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4F9B8-2FF9-46F9-9DC6-BC86C798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E45AF-34D2-4074-BEE1-8AA2440A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573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条件 CSS 会让不同浏览器环境</a:t>
            </a:r>
          </a:p>
          <a:p xmlns:a="http://schemas.openxmlformats.org/drawingml/2006/main">
            <a:pPr>
              <a:def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请求不同图片，形成可观察差异。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8DC4D-0DFA-429A-B97B-318B77C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8E73B-828D-4D1A-BDCA-4911D717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765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扩展扫描 CSS 中的资源地址，</a:t>
            </a:r>
          </a:p>
          <a:p xmlns:a="http://schemas.openxmlformats.org/drawingml/2006/main">
            <a:pPr>
              <a:def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无条件预取，减少请求差异。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FB0FF-C842-40FA-835E-C44DFA5B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测试对象：Firefox 扩展的 manifest.json、content.js、background.js</a:t>
            </a:r>
          </a:p>
        </p:txBody>
      </p:sp>
    </p:spTree>
    <p:extLst>
      <p:ext uri="{BB962C8B-B14F-4D97-AF65-F5344CB8AC3E}">
        <p14:creationId xmlns:p14="http://schemas.microsoft.com/office/powerpoint/2010/main" val="995785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476EA-1A5C-4416-A848-0A72072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扩展如何工作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4D6E5-1580-49B2-9CE4-48B35918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页面内 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193C9-B91B-4319-A11A-AE129DF9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content.js 扫描 style 标签、style 属性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1F99D-38C3-4231-B373-49363CAF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外链 CSS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23EF-1491-4BAF-830B-F85B79C6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background.js 读取样式表响应并提取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25994-1DB8-4094-8A7C-B6673246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预取资源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EFFB2-2E4A-4C40-8050-8EC20DA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消息发回页面，由页面请求相应资源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D82CD-9F95-43DF-B842-13B60D4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测试页：index.html + external.css + one.jpg 至 five.jpg</a:t>
            </a:r>
          </a:p>
        </p:txBody>
      </p:sp>
    </p:spTree>
    <p:extLst>
      <p:ext uri="{BB962C8B-B14F-4D97-AF65-F5344CB8AC3E}">
        <p14:creationId xmlns:p14="http://schemas.microsoft.com/office/powerpoint/2010/main" val="1554256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84330-1BE7-4E98-9EEF-E3A2928F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AI 融合方案：AI 提议，人来判定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50ED0-5167-4CA3-BBB8-C83BD3F6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源码与目标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9600D-3792-48B7-875D-F51A777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716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AI 初稿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0657E-AAA3-4723-9113-0829E445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716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人工核对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48D7F-8770-419E-BD81-7A31C8B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71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自动化检查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FA1B9-D522-4C73-8700-532A973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526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301A2-D693-4588-A76E-5DB03B9B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B4DDD-160A-4EFB-ADEB-7E2C7199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5260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BB9DC-890E-4823-B0B6-75E057AD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AI 做的事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E1E46-F40A-407B-8EDB-76DCAEA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列语法变体、补边界数据、提示风险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CF3F9-B3C3-48A2-BF4B-F0CAA55C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08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人工做的事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F5A42-4D78-46BE-ADC5-A79048D5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确认范围、预期、可复现证据和缺陷状态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2973F-D7DE-4099-BCE6-41BFF63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Firefox 浏览器复核是后续独立步骤</a:t>
            </a:r>
          </a:p>
        </p:txBody>
      </p:sp>
    </p:spTree>
    <p:extLst>
      <p:ext uri="{BB962C8B-B14F-4D97-AF65-F5344CB8AC3E}">
        <p14:creationId xmlns:p14="http://schemas.microsoft.com/office/powerpoint/2010/main" val="564007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EAD70-B3B8-4C84-96A7-26F7038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16 条用例覆盖四组风险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757D1-5842-49C8-9D4B-E9DCE8AB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M2-01—04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B7519-0D73-4A99-8303-E4391DEE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6210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安装权限、注入时机、启停与标签页归属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ED349-8499-44CB-A408-B20AF775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M2-05—08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DF7B0-E9EB-49C7-95D3-E5DC1B64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57475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url()、image-set()、image() 的地址提取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BCE96-9E4E-4189-9499-8B189C2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M2-09—12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0B9A-7582-4CB1-831E-9B3301A9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外链 CSS、@import、相对路径、响应分块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0CF86-7F6E-4479-B44C-153A95D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M2-13—16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8BBDF-16B7-4471-833A-60A096BD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48225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style 标签与属性、空地址和重复地址</a:t>
            </a:r>
          </a:p>
        </p:txBody>
      </p:sp>
    </p:spTree>
    <p:extLst>
      <p:ext uri="{BB962C8B-B14F-4D97-AF65-F5344CB8AC3E}">
        <p14:creationId xmlns:p14="http://schemas.microsoft.com/office/powerpoint/2010/main" val="77797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2B5C6-CD1D-466F-8C87-74568FE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自动化检查怎样运行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FDD4C-6D12-4D88-9B2D-98F0E190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7B503-77B9-445E-84D5-0F19241C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8686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manifest.json / content.js / background.js</a:t>
            </a:r>
          </a:p>
          <a:p xmlns:a="http://schemas.openxmlformats.org/drawingml/2006/main">
            <a:pPr>
              <a:def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index.html / external.css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54B1C-5330-46C4-A238-A1930F58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F835A-AC34-4ED7-AC39-C1343525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一键运行 Python 脚本，逐项比较 actual 与 expected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37DC8-08B6-4EC2-973C-3BAACC2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2C335-BDCE-495D-A623-E1F17D82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95775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module2_results.json + module2_results.txt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CF46A-FD26-4D40-84D2-0E711E8F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81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结果范围：源级检查；浏览器集成效果仍需 Firefox 复核</a:t>
            </a:r>
          </a:p>
        </p:txBody>
      </p:sp>
    </p:spTree>
    <p:extLst>
      <p:ext uri="{BB962C8B-B14F-4D97-AF65-F5344CB8AC3E}">
        <p14:creationId xmlns:p14="http://schemas.microsoft.com/office/powerpoint/2010/main" val="1979288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9850D-EC3C-406B-8FC2-275CDE5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源级结果：16 条检查，6 条 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D1E9C-C4E2-40B1-8B9B-3FEA307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20734-B25F-4250-BE5F-FA530CC1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总数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FD8E6-5D63-4CDB-AFE6-31B4541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DC3E-3792-4A19-91C9-5533AE40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532D4-D73A-4D57-B42B-D64A05B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19250"/>
            <a:ext cx="228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8F597-E32C-4C46-84F7-05A99A94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1B6A0-10DF-4278-A10F-345A71AB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NG：M2-04、M2-06、M2-11、M2-12、M2-15、M2-16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DABB6-105A-4A61-B6B0-C7C2B9E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2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源级 OK 比例 62.5% · 两类缺陷待浏览器复核</a:t>
            </a:r>
          </a:p>
        </p:txBody>
      </p:sp>
    </p:spTree>
    <p:extLst>
      <p:ext uri="{BB962C8B-B14F-4D97-AF65-F5344CB8AC3E}">
        <p14:creationId xmlns:p14="http://schemas.microsoft.com/office/powerpoint/2010/main" val="1994494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54CE3-A59A-4D73-B7CE-99BE067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典型缺陷 ①：CSS 地址解析不完整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16C9C-BE96-4855-98A0-C166851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M2-11 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86F52-BAFC-44AD-A180-EE0F7ED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/css/external.css 里写了  url('img/a.png')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F4E6-BB17-4690-A4F2-7F525EE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预期请求  /css/img/a.png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6AFAA-A32A-4F66-9269-E67D58C1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243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源级结果  /img/a.png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E190C-4E5C-46DD-BB36-4124DA46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530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同类现象：多行漏抓 · 跨分块漏抓 · 空/重复/片段地址误抓</a:t>
            </a:r>
          </a:p>
        </p:txBody>
      </p:sp>
    </p:spTree>
    <p:extLst>
      <p:ext uri="{BB962C8B-B14F-4D97-AF65-F5344CB8AC3E}">
        <p14:creationId xmlns:p14="http://schemas.microsoft.com/office/powerpoint/2010/main" val="1663297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7C092-84B0-4776-AA7D-1DA70524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典型缺陷 ②：消息可能发错标签页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F5370-8768-4DDC-AD33-6FE37BC4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7FC0D-14D5-4E5F-878F-462D17C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573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标签页 A 请求延迟返回的 CSS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07727-B346-4B8C-86A1-74244BD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A43B5-02F3-4B79-BD15-1916013B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响应期间切换到标签页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14FF8-D924-4635-AA53-093AFEAC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C0B92-672A-48B6-9ECE-9CAB780B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623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background.js 查询“当前活动页”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55D35-0C71-412A-8039-E74BBD2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实际风险：消息发给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1E3D6-887A-4ACF-BE59-9B0E5D8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863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正确目标：请求来源 A</a:t>
            </a:r>
          </a:p>
        </p:txBody>
      </p:sp>
    </p:spTree>
    <p:extLst>
      <p:ext uri="{BB962C8B-B14F-4D97-AF65-F5344CB8AC3E}">
        <p14:creationId xmlns:p14="http://schemas.microsoft.com/office/powerpoint/2010/main" val="1166995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159F3-23D0-4CCB-9EDF-204FCBD0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AI 的帮助与局限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220FF-1555-4C91-AC60-52B28D7C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287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1C7AB-23AD-41E8-9469-4CE462B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47900"/>
            <a:ext cx="4857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更快列出 CSS 输入变体</a:t>
            </a:r>
          </a:p>
          <a:p xmlns:a="http://schemas.openxmlformats.org/drawingml/2006/main">
            <a:pPr>
              <a:def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提示相对路径、分块和标签页风险</a:t>
            </a:r>
          </a:p>
          <a:p xmlns:a="http://schemas.openxmlformats.org/drawingml/2006/main">
            <a:pPr>
              <a:def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帮助整理回归用例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EDC85-1264-4616-8BB0-AA3E094E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75D32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54155-9966-4EB5-95DD-FC6AF404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4857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曾把 Firefox 场景写成 Chrome</a:t>
            </a:r>
          </a:p>
          <a:p xmlns:a="http://schemas.openxmlformats.org/drawingml/2006/main">
            <a:pPr>
              <a:def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曾推荐项目没有的测试框架</a:t>
            </a:r>
          </a:p>
          <a:p xmlns:a="http://schemas.openxmlformats.org/drawingml/2006/main">
            <a:pPr>
              <a:def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不能替代浏览器 Network 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F913D-0B9E-41FB-87A3-CA41A1E2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人工负责范围、预期和缺陷确认</a:t>
            </a:r>
          </a:p>
        </p:txBody>
      </p:sp>
    </p:spTree>
    <p:extLst>
      <p:ext uri="{BB962C8B-B14F-4D97-AF65-F5344CB8AC3E}">
        <p14:creationId xmlns:p14="http://schemas.microsoft.com/office/powerpoint/2010/main" val="460564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6440D-5F83-497F-83A1-618E766D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47A1F-71A9-464B-A560-FDB1D10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目前能确认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09F54-1ABF-4168-A4C7-6EEDDCF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16 条源级检查发现 2 类待复核缺陷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40732-AE6F-4CE9-B174-A90A5401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浏览器复核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13EC6-B220-4E1B-B83A-5291C5A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D42"/>
                </a:solidFill>
                <a:latin typeface="Microsoft YaHei"/>
                <a:ea typeface="Microsoft YaHei"/>
                <a:cs typeface="Microsoft YaHei"/>
              </a:rPr>
              <a:t>扩展开关对比 · 多标签页 · 6 条 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727FE-C94B-4D89-B06C-C3153E6D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42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3"/>
                </a:solidFill>
                <a:latin typeface="Microsoft YaHei"/>
                <a:ea typeface="Microsoft YaHei"/>
                <a:cs typeface="Microsoft YaHei"/>
              </a:rPr>
              <a:t>留存 Network、扩展日志、Firefox 版本与 Git 提交号；修复后重跑关联用例。</a:t>
            </a:r>
          </a:p>
        </p:txBody>
      </p:sp>
    </p:spTree>
    <p:extLst>
      <p:ext uri="{BB962C8B-B14F-4D97-AF65-F5344CB8AC3E}">
        <p14:creationId xmlns:p14="http://schemas.microsoft.com/office/powerpoint/2010/main" val="335966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2026-09-22T07:22:03.5360000Z</dcterms:created>
  <dcterms:modified xsi:type="dcterms:W3CDTF">2026-09-22T07:22:03.5360000Z</dcterms:modified>
</coreProperties>
</file>